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C6CFDB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 и что каждый увидел в одиночку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PDF 11 страниц + PPTX 12 + MD 181
максимум продуктовых деталей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321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103 утверждения, из них 78 —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числа верны, два ярлыка поправлены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46 / 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5 искажений, 27 значений в колоде нет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Макро-рынок, каналы, СТМ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Ключ к разнице — не объём, а адрес ошибки.
У Гемини 11 из 11 в поведении и 19 из 27 в продукте — там он читал колоду. И 1 из 7 в демографии, 1 из 5 в поколениях, 11 отсутствующих значений из 20 в макро — там он переносил цифры из других колод.
У Клода все 18 чисел верны; поправлены два ярлыка. У Грока все числа верны; спорны две трактовки.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103 проверок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Десять тезисов, которые воспроизвели все трое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Совпадает не только вывод, но и числа: 12 показателей названы всеми тремя и сходятся с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что подтверждают все или большинство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воспроизвели минимум двое из трёх. Кто именно — в матрице на слайде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есть у всех троих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с пометкой, где покрытие неполное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 У Грока — только концепт, без ГОСТ.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слабы, особенно в РФ.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 (слайд 50). Причины непокупки в домашнем регионе (РБ): незнание 24,5% / 32,9%, полка 17,5% / 15,8%, цена 4,9% / 4,8% (слайд 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 Полное покрытие по всем тезисам — только у Клода.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 и кто из троих их привёл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точное значение, ~ — округление или пересказ, — — не приводил. Все числа совпадают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90702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06B7A"/>
                </a:solidFill>
                <a:latin typeface="Inter"/>
              </a:rPr>
              <a:t>Шесть чисел приведены всеми троими с точностью до десятых. Грок числа берёт выборочно и часто в округлении, поэтому «12 показателей названы всеми тремя» было бы преувеличением. Последняя строка — nielsen-itogi-2025-vektory-2026, page=22: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Самое дорогое расхождение: на нём у Гемини построено противоречие №1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3108960"/>
                <a:gridCol w="2926080"/>
                <a:gridCol w="2514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Пол (РФ)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Доход «хватает на всё»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Города выборки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8A5F"/>
                          </a:solidFill>
                          <a:latin typeface="Inter"/>
                        </a:rPr>
                        <a:t>Москва 300, СПб 150, Екб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то же на слайде 2 · совпадает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на слайде РОМИР. Тезис верный, но ярлык «население РФ» колода не подтверждает: источник слайда — Потребительская панель, база не указана.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ложное. Города выборки, наоборот, совпадают с колодой: ошибка только в поле, детях, доходе и возрастах.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заметность: 17,5% и 15,8%. Цена — 4,9% и 4,8% (слайд 51, домашний регион — РБ).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767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60520"/>
                <a:gridCol w="914400"/>
                <a:gridCol w="777240"/>
                <a:gridCol w="1783080"/>
                <a:gridCol w="32461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 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7; 73% — про AI в быту, слайд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столбец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53: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этой таблице: Клод 8 из 8 (где участвовал), Грок 2 из 3, Гемини 1 из 9. Полный счёт по всем 103 проверкам — 18 из 18, 5 из 7 и 46 из 78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Двадцать одна находка, которой нет у других. Восемь — у Клода, шесть — у Грока, семь — у Гемини.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Самый подробный разбор продукта — с пометками: зелёное подтверждено колодой, красное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529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325880"/>
                <a:gridCol w="36118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Находка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Городская структура выборки: Москва 300, СПб 150, Екатеринбург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C0332B"/>
                          </a:solidFill>
                          <a:latin typeface="Inter"/>
                        </a:rPr>
                        <a:t>не 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в колоде только «РФ 600 / РБ 300», слайд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Декомпозиция рынка 2025: 11,7% = 11,0 инфляция + 0,8 реальный спрос; СТМ 15,2%, онлайн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слайды 5, 33, 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Нарезка: ситуации — завтрак 64,3%, перекус 60,3%, дорога 49,8%, гости 49,7% (РФ); дорога 54,2% (РБ)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Нарезка: барьеры — переплата за упаковку 58,2% / 62,1%, привычка резать 51,4% / 55,0%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C0332B"/>
                          </a:solidFill>
                          <a:latin typeface="Inter"/>
                        </a:rPr>
                        <a:t>не 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 23: трудно открыть ≈34%, не закрыть ≈28%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и коды сорта — пряный вкус 31%, шпик 23%, копчёность 20%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D1820E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РФ верно (слайды 25–26), РБ — 31,6 / 31,6 / 29,6, а не 41,2 / 28,1 / 24,2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 32,7% / 36,3%; цена 16,2% и упаковка 16,0% премию не делают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Сегменты 55–75: консервативные 31%, обеспеченные 23%, свободные 21%, усталые 19%, работящие 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серебряный возраст, слайд 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Шаблон формулы на пачке: «X г белка на 100 г • мяса Y% • без соевого белка»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D1820E"/>
                          </a:solidFill>
                          <a:latin typeface="Inter"/>
                        </a:rPr>
                        <a:t>шаблон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E1726"/>
                          </a:solidFill>
                          <a:latin typeface="Inter"/>
                        </a:rPr>
                        <a:t>значения дают рецептура и лабораторный протокол; идея опирается на 21% скепсиса и 8% страха сои, page=31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77900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четыре находки подтверждаются и ценны (декомпозиция рынка, сценарии нарезки, механика премиума, сегменты 55–75), одна частично, две нет. Формула белка — шаблон с заполнителями, а не значение из колоды: числа дают рецептура и лабораторный протокол.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провал в неймах.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Ассоциации и тесты названий — почти без деталей, хотя по продукту он глубже всех.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330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в выборку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на слайде РОМИР (база не указана) · page=66, romir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11. Проверить «готовность к пользе» полевым тестом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71,8 / 79,7% — декларация, не поведение · page=46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КРАСНЫЕ ФЛАГИ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Значений нет в колоде — в работу не переносить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Все — из работы Гемини; правдоподобны, поэтому опасны. Ниже — отдельным блоком пять искажений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6804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09160"/>
                <a:gridCol w="6172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 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Онлайн-рынок вырос на +24,3%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+35,0% в деньгах, +37,6% в упаковках · nielsen-fmcg, сл.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Доля СТМ в продовольствии 13,8%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15,3% и в 2025, и в 2026 · сл. 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73% покупателей ищут через GEO и 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7; 73% — «используют AI в быту» · сл.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81% проверяют составы «под микроскопом»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такого значения нет; 74% — это директора по маркетингу · сл. 15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58% готовы платить за прозрачность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58% — про курируемые впечатления и про стресс · сл. 22,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64% ритейлеров внедряют AI-агентов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такого значения нет · сл. 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28% e-com у 50+, чек 3 450 ₽, 74% берут доставку, 22% ЗОЖ в корзине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четырёх значений; блока про e-commerce в этой колоде нет · сл. 22–26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Пол 54/46, дети 42/45, доход 68/62, возраст 12/28/31/29, 55+ = 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61/39, дети 52%, доход 70%, восемь групп до «Untitled 1» 10,2% · сл. 65–68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ЭКОПСИ: Z — 23% рынка труда, Y — 54% руководителей, X — 41%, разрыв 3,8 из 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значений; вывод колоды обратный — «отличий между поколениями нет» · сл.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Нарезка 58,2% / 51,4%; сервелат РБ 41,2 / 28,1 / 24,2; 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34 / 28% · сл. 23; 31,6 / 31,6 / 29,6 · сл. 25; 58,5% · сл.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«48,2% пробуют новинки со скидкой», «92% мяса», «окно ≥60% площади»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ни одного из трёх значений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58368" y="5577840"/>
            <a:ext cx="10881360" cy="69494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577840"/>
            <a:ext cx="68580" cy="694944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660136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Пять искажений (число есть, смысл другой): «80% продаж у топ-брендов» — в колоде 80% дают 2,9% SKU; «сыр и специи 13%» — необычные начинки; 180–250 / 350–500 г — в колоде 151–250 / 251–500; «1–20%+» — 1–20% это 55,0 / 56,6%; «68% со средним+ доходом» — 70% по всей базе, без разбивки.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добрать 55+.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Все фиксируют недобор, но план добора есть только у Клода одной строкой (T-01). Ни квоты, ни каналов рекрута, ни срока.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Декларации приняты за поведение.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71,8% «готовы изменить вкус», 55,3% «белок повысит покупку» — полевой тест потребовал только Клод (T-02).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5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1825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6CFDB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