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Инкофуд — Исследование потребителя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 2026: Мясная гастрономия U&amp;A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Выводы, сопоставление с другими презентациями репозитория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8C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рекомендации по брендам и продвижению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исследований репозитория Consumer-research | Октябрь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анализа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Ключевые выводы по исследованию Инкофуд (мясная гастрономия, U&amp;A, октябрь 2026)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Сопоставление с другими презентациями репозитория (Nielsen, РОМИР, СберМаркетинг, ЭКОПСИ)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Противоречия и нюансы между источниками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Предложения по брендам («Белорусская традиция», Natura) и их продвижению на основе всех данных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Инкофуд: Потребление и ситуации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Мясная гастрономия — повседневная семейная категория: 77–78% покупают для себя и семьи (РФ и РБ).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Частота: ежедневно 16–21%, 2–3 раза в неделю 51–56%. В РБ чуть выше ежедневное потребление.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ситуации: завтрак и бутерброды (особенно РФ — 62%), быстрый перекус, еда «на ходу», дорога.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РФ сильнее сценарий завтрака; в РБ — быстрый перекус не дома.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Идеальный образ: совместный семейный стол + индивидуальное удовольствие (бутерброд + чай/кофе + фильм).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InkofoodRepOct2026, слайды 4–12. РФ n=600, РБ n=300.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Инкофуд: Драйверы выбора и барьеры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драйверы: вкус, качество, свежесть, понятный состав, содержание мяса. Бренд и упаковка вторичны.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принять небольшое изменение вкуса ради полезных свойств: 72% в РФ (полностью + скорее готов).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барьер / разочарование — потеря доверия к свежести: неприятный запах — абсолютный триггер, далее порча, внешний вид, вкус.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в основном запланированная (31–33%), но 22% готовы к спонтанной покупке при аппетитном виде.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не является ключевым барьером для целевых брендов.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Слайды 6–16, 20. Фокус на качестве продукта важнее маркетинговых атрибутов.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Инкофуд: Высокий белок, упаковка, премиум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Маркировка «высокое содержание белка»: повышает вероятность покупки у 55%+ (при той же цене). Ассоциации — польза, сытность, больше мяса.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Одновременно у ~20% вызывает недоверие («маркетинговый ход», соя, «химия»). Нужны доказательства (КБЖУ, состав).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Упаковка: важны прозрачность, читаемый текст, информация о производителе. Непрозрачная упаковка — сильный барьер (60%+).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Предпочтительный вес: РФ 151–250 г (51%), РБ 251–500 г (46%).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Премиальная варёная колбаса: ~60% допускают концепт, если продукт заметно отличается по качеству и внешнему виду.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Слайды 28–39. Потенциал функциональных и премиальных направлений есть, но требует доказательств.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Инкофуд: Знание и восприятие брендов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Спонтанное знание: в РФ лидеры Черкизово и «Папа Может!» (~18%). В РБ — Брестский мясокомбинат (33,5%).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«Белорусская традиция» и Natura в РФ: знание с подсказкой ~12–13%, покупка 2–2,7%. Позиции слабые.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РБ: «Белорусская традиция» знание 28,4% / покупка 7,7%; Natura 16,8% / 5,8%. Конверсия у Natura выше.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барьеры обоих брендов: низкая известность и отсутствие опыта + низкая доступность/заметность на полке.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Восприятие «Белорусской традиции»: качественный, традиционный, вызывающий доверие. Слабо — современный, премиальный, европейский.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Natura: натуральный, современный, премиальный. Название нравится (средняя оценка ~6,5–6,6), но кажется слишком общим и слабо связанным с мясом.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Слайды 48–59. Главный вызов — awareness и distribution, а не цена или вкус у тех, кто знает.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Сопоставление с другими исследованиями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 (итоги 2025 / векторы 2026): рынок мяса и мясных изделий растёт (+9,9% в деньгах, +3,7% в упаковках). ЗОЖ-продукты с протеином растут на +20% (штуки).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РОМИР (тренды 2026): фокус на здоровье как основу ЗОЖ, добавление полезных продуктов в рацион (30%), рациональность + удовольствие + социальность.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СберМаркетинг — Глобальные тренды 2026: «Здоровье как новый люкс» — благополучие становится повседневным стандартом. Обращение к традициям.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СберМаркетинг — Серебряный возраст: сегмент 55+ растёт, покупки более осознанные, семья важна, реклама — источник знания.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ЭКОПСИ: поколенческие различия в вовлечённости и ценностях (косвенно влияет на коммуникацию).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Совпадение: рост интереса к белку/здоровью, важность качества и традиций. Инкофуд подтверждает готовность платить/принимать за пользу.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Противоречия и нюансы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рынка мяса (Nielsen) vs. барьеры свежести и доверия (Инкофуд) — качество и контроль критичны для удержания.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тренд на протеин/ЗОЖ (Nielsen, Сбер) vs. скепсис 20% к маркировке «высокий белок» (Инкофуд) — нужны прозрачные доказательства, а не просто claim.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Традиционность как сила («Белорусская традиция») vs. запрос на современность и натуральность (Natura, глобальные тренды).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Семейность категории (Инкофуд) vs. индивидуальные сценарии перекуса и «время для себя» — оба канала коммуникации нужны.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роль бренда в драйверах выбора (Инкофуд) vs. необходимость строить awareness и дистрибуцию для роста долей.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Различия РФ/РБ: в РФ сильнее конкуренция и слабее позиции целевых брендов; в РБ выше лояльность к местным.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Противоречия не критические — скорее требуют балансировки коммуникации и доказательной базы.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по брендам и продвижению (общие)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1: Awareness + Distribution. Увеличить заметность на полке (особенно РФ). Дегустации, сэмплы, presence в ключевых сетях.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и свежесть как core message: прозрачная упаковка, акцент на контроль, запах, состав, происхождение.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Функциональность: развивать линейку с высоким белком с обязательными доказательствами (цифры КБЖУ, «без сои», животный белок).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Двойная коммуникация: семейный стол + индивидуальный комфортный перекус (завтрак, дорога, вечер).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Использовать тренд «здоровье как новый люкс» и обращение к традициям (Сбер, РОМИР).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премиум-сегмента: чётко дифференцировать внешний вид и качество варёной колбасы / деликатесов.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Предложения для конкретных брендов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«Белорусская традиция»: усиливать позиционирование «качественная традиция из Беларуси». Подчёркивать доверие, состав, свежесть. В РФ — строить awareness через истории происхождения и дегустации. Избегать ощущения «советского» без современности.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Natura: использовать силу названия (натуральность, современность, премиум). Связать нейм с мясом через визуал и слоганы («натуральное мясо», «чистый состав»). Выше конверсия среди знающих — фокус на trial.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Общее: easy-peel, натуральные ингредиенты, без нитритной соли — как точки дифференциации (слайд 42).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Каналы: in-store (заметность), digital с фокусом на рецепты завтраков/перекусов, работа с сетями по полке.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55+ (Сбер): семейные ценности + качество; молодые — белок, удобство, современный дизайн.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Основано на слайдах 48–63 Инкофуд + тренды Nielsen/Сбер/РОМИР.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выводы и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Мясная гастрономия остаётся сильной повседневной категорией с потенциалом роста за счёт качества, белка и удобства.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Целевые бренды Инкофуда имеют потенциал, но страдают от низкой известности и слабой дистрибуции, особенно в РФ.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Согласованность с рыночными трендами (протеин, здоровье, традиции) высока — это окно возможностей.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Рекомендуется: программа по awareness + trial, усиление доказательной базы функциональных claims, dual messaging (семья + individual).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Мониторинг: регулярные U&amp;A + Nielsen sales tracking по целевым SKU и каналам.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Инкофуд U&amp;A + рынок 2026 | Consumer-research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на основе репозитория https://github.com/Osmosy/Consumer-research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Инкофуд + Nielsen + РОМИР + СберМаркетинг + ЭКОПСИ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Инкофуд — Мясная гастрономия 2026: U&amp;A, тренды и рекомендации</dc:title>
  <dc:subject>Выводы по исследованию Инкофуд и сопоставление с другими презентациями репозитория</dc:subject>
  <dc:creator>Consumer Research Synthesis</dc:creator>
  <cp:lastModifiedBy>Consumer Research Synthesis</cp:lastModifiedBy>
  <cp:revision>1</cp:revision>
  <dcterms:created xsi:type="dcterms:W3CDTF">2026-10-25T05:33:07Z</dcterms:created>
  <dcterms:modified xsi:type="dcterms:W3CDTF">2026-10-25T05:33:07Z</dcterms:modified>
</cp:coreProperties>
</file>